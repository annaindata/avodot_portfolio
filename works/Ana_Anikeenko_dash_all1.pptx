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F51DCE-1D9D-4759-9EC8-EC7CA0CC1E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2B0AEA-0A08-47AB-8247-C160A7948C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9C45F3-9438-4A29-8E9B-CF9E43B339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E603A0-228C-4329-B9D6-EBE2B6B16F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B09BF4-4D4E-4934-9C6F-FA4FCC6521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71C951-B343-469E-958B-F7C4121B39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9BF941-BB50-490D-80EC-1117A3F82D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9E718A-2DB4-4E5B-86FE-09C4489660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B4BC53-1D59-4AAB-91EB-5F079E3392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022E34-F77C-4CE0-97F6-8EC3C94102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D30D4-2D65-4BCD-A9BD-EAAB1AAB2F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slide10" descr="Dashboard"/>
          <p:cNvPicPr/>
          <p:nvPr/>
        </p:nvPicPr>
        <p:blipFill>
          <a:blip r:embed="rId1"/>
          <a:stretch/>
        </p:blipFill>
        <p:spPr>
          <a:xfrm>
            <a:off x="0" y="204480"/>
            <a:ext cx="12191760" cy="644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slide2" descr="Map_1"/>
          <p:cNvPicPr/>
          <p:nvPr/>
        </p:nvPicPr>
        <p:blipFill>
          <a:blip r:embed="rId1"/>
          <a:stretch/>
        </p:blipFill>
        <p:spPr>
          <a:xfrm>
            <a:off x="0" y="281160"/>
            <a:ext cx="12191760" cy="629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slide3" descr="Phase"/>
          <p:cNvPicPr/>
          <p:nvPr/>
        </p:nvPicPr>
        <p:blipFill>
          <a:blip r:embed="rId1"/>
          <a:stretch/>
        </p:blipFill>
        <p:spPr>
          <a:xfrm>
            <a:off x="4453920" y="0"/>
            <a:ext cx="32839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slide8" descr="Pilot"/>
          <p:cNvPicPr/>
          <p:nvPr/>
        </p:nvPicPr>
        <p:blipFill>
          <a:blip r:embed="rId1"/>
          <a:stretch/>
        </p:blipFill>
        <p:spPr>
          <a:xfrm>
            <a:off x="0" y="2585160"/>
            <a:ext cx="12191760" cy="168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slide5" descr="Birds"/>
          <p:cNvPicPr/>
          <p:nvPr/>
        </p:nvPicPr>
        <p:blipFill>
          <a:blip r:embed="rId1"/>
          <a:stretch/>
        </p:blipFill>
        <p:spPr>
          <a:xfrm>
            <a:off x="0" y="279000"/>
            <a:ext cx="12191760" cy="629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slide6" descr="Bird Size"/>
          <p:cNvPicPr/>
          <p:nvPr/>
        </p:nvPicPr>
        <p:blipFill>
          <a:blip r:embed="rId1"/>
          <a:stretch/>
        </p:blipFill>
        <p:spPr>
          <a:xfrm>
            <a:off x="4750920" y="0"/>
            <a:ext cx="26895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slide7" descr="Weather"/>
          <p:cNvPicPr/>
          <p:nvPr/>
        </p:nvPicPr>
        <p:blipFill>
          <a:blip r:embed="rId1"/>
          <a:stretch/>
        </p:blipFill>
        <p:spPr>
          <a:xfrm>
            <a:off x="2509920" y="0"/>
            <a:ext cx="71719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slide11" descr="Sheet 11"/>
          <p:cNvPicPr/>
          <p:nvPr/>
        </p:nvPicPr>
        <p:blipFill>
          <a:blip r:embed="rId1"/>
          <a:stretch/>
        </p:blipFill>
        <p:spPr>
          <a:xfrm>
            <a:off x="89280" y="0"/>
            <a:ext cx="120128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LibreOffice/26.2.0.3$Windows_X86_64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2026-06-12T17:51:51Z</dcterms:created>
  <dc:creator/>
  <dc:description/>
  <dc:language>en-US</dc:language>
  <cp:lastModifiedBy/>
  <dcterms:modified xsi:type="dcterms:W3CDTF">2026-06-12T20:56:27Z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